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Breathing Exercise App Enhancements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Update &amp; New Features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Breathing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Diversified exercise options for user needs:</a:t>
            </a:r>
          </a:p>
          <a:p>
            <a:pPr lvl="1"/>
            <a:r>
              <a:t>- Presets: 4-7-8 (Sleep), Box Breathing (Stress), Wim Hof Style (Energy)</a:t>
            </a:r>
          </a:p>
          <a:p>
            <a:pPr lvl="1"/>
            <a:r>
              <a:t>- Custom Mode: User-defined durations for Inhale, Hold, and Exhale phases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Progress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Persistent storage for user motivation:</a:t>
            </a:r>
          </a:p>
          <a:p>
            <a:pPr lvl="1"/>
            <a:r>
              <a:t>- Daily Streak Tracking: Encourages daily exercise habits</a:t>
            </a:r>
          </a:p>
          <a:p>
            <a:pPr lvl="1"/>
            <a:r>
              <a:t>- Total Duration: Summary of total minutes exercised</a:t>
            </a:r>
          </a:p>
          <a:p>
            <a:pPr lvl="1"/>
            <a:r>
              <a:t>- Session Summary: Detailed breakdown after each exercise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&amp; Native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Optimized for Wearable Circular Displays:</a:t>
            </a:r>
          </a:p>
          <a:p>
            <a:pPr lvl="1"/>
            <a:r>
              <a:t>- Native ArkUI Circle: High-performance inflating/deflating animations</a:t>
            </a:r>
          </a:p>
          <a:p>
            <a:pPr lvl="1"/>
            <a:r>
              <a:t>- High Contrast Theme: Light teal background (#E0F7FA) for visibility</a:t>
            </a:r>
          </a:p>
          <a:p>
            <a:pPr lvl="1"/>
            <a:r>
              <a:t>- Smart Layout: Controls moved to bottom edge to avoid text overlap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Stability &amp; Bug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Resolved critical developer experience issues:</a:t>
            </a:r>
          </a:p>
          <a:p>
            <a:pPr lvl="1"/>
            <a:r>
              <a:t>- Fixed ArkTS compiler errors (static method 'this', illegal modifiers)</a:t>
            </a:r>
          </a:p>
          <a:p>
            <a:pPr lvl="1"/>
            <a:r>
              <a:t>- Resolved runtime crashes by stabilizing state management (@Component)</a:t>
            </a:r>
          </a:p>
          <a:p>
            <a:pPr lvl="1"/>
            <a:r>
              <a:t>- Proper cleanup of background timers and intervals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